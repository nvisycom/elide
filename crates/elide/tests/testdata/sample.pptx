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/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bob@example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bodyPr/>
          <a:p>
            <a:r>
              <a:t>Contact: alice@example.com</a:t>
            </a:r>
          </a:p>
          <a:p>
            <a:r>
              <a:t>Phone: +1 (510) 555-0199</a:t>
            </a:r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